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ns Bold" charset="1" panose="020B0806030504020204"/>
      <p:regular r:id="rId15"/>
    </p:embeddedFont>
    <p:embeddedFont>
      <p:font typeface="Arimo Bold" charset="1" panose="020B0704020202020204"/>
      <p:regular r:id="rId16"/>
    </p:embeddedFont>
    <p:embeddedFont>
      <p:font typeface="Arimo" charset="1" panose="020B0604020202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77231" y="8559910"/>
            <a:ext cx="1152176" cy="234522"/>
          </a:xfrm>
          <a:prstGeom prst="rect">
            <a:avLst/>
          </a:prstGeom>
        </p:spPr>
        <p:txBody>
          <a:bodyPr anchor="t" rtlCol="false" tIns="0" lIns="0" bIns="0" rIns="0">
            <a:spAutoFit/>
          </a:bodyPr>
          <a:lstStyle/>
          <a:p>
            <a:pPr algn="ctr">
              <a:lnSpc>
                <a:spcPts val="1989"/>
              </a:lnSpc>
            </a:pPr>
            <a:r>
              <a:rPr lang="en-US" b="true" sz="1420">
                <a:solidFill>
                  <a:srgbClr val="38B6FF"/>
                </a:solidFill>
                <a:latin typeface="Open Sans Bold"/>
                <a:ea typeface="Open Sans Bold"/>
                <a:cs typeface="Open Sans Bold"/>
                <a:sym typeface="Open Sans Bold"/>
              </a:rPr>
              <a:t>UI UX Desig</a:t>
            </a:r>
            <a:r>
              <a:rPr lang="en-US" b="true" sz="1420">
                <a:solidFill>
                  <a:srgbClr val="38B6FF"/>
                </a:solidFill>
                <a:latin typeface="Open Sans Bold"/>
                <a:ea typeface="Open Sans Bold"/>
                <a:cs typeface="Open Sans Bold"/>
                <a:sym typeface="Open Sans Bold"/>
              </a:rPr>
              <a:t>n</a:t>
            </a:r>
          </a:p>
        </p:txBody>
      </p:sp>
      <p:sp>
        <p:nvSpPr>
          <p:cNvPr name="TextBox 4" id="4"/>
          <p:cNvSpPr txBox="true"/>
          <p:nvPr/>
        </p:nvSpPr>
        <p:spPr>
          <a:xfrm rot="0">
            <a:off x="5890020" y="8559910"/>
            <a:ext cx="1483917" cy="234522"/>
          </a:xfrm>
          <a:prstGeom prst="rect">
            <a:avLst/>
          </a:prstGeom>
        </p:spPr>
        <p:txBody>
          <a:bodyPr anchor="t" rtlCol="false" tIns="0" lIns="0" bIns="0" rIns="0">
            <a:spAutoFit/>
          </a:bodyPr>
          <a:lstStyle/>
          <a:p>
            <a:pPr algn="ctr">
              <a:lnSpc>
                <a:spcPts val="1989"/>
              </a:lnSpc>
            </a:pPr>
            <a:r>
              <a:rPr lang="en-US" b="true" sz="1420">
                <a:solidFill>
                  <a:srgbClr val="38B6FF"/>
                </a:solidFill>
                <a:latin typeface="Open Sans Bold"/>
                <a:ea typeface="Open Sans Bold"/>
                <a:cs typeface="Open Sans Bold"/>
                <a:sym typeface="Open Sans Bold"/>
              </a:rPr>
              <a:t>Project Manager</a:t>
            </a:r>
          </a:p>
        </p:txBody>
      </p:sp>
      <p:sp>
        <p:nvSpPr>
          <p:cNvPr name="TextBox 5" id="5"/>
          <p:cNvSpPr txBox="true"/>
          <p:nvPr/>
        </p:nvSpPr>
        <p:spPr>
          <a:xfrm rot="0">
            <a:off x="7678307" y="8569435"/>
            <a:ext cx="1635444" cy="380735"/>
          </a:xfrm>
          <a:prstGeom prst="rect">
            <a:avLst/>
          </a:prstGeom>
        </p:spPr>
        <p:txBody>
          <a:bodyPr anchor="t" rtlCol="false" tIns="0" lIns="0" bIns="0" rIns="0">
            <a:spAutoFit/>
          </a:bodyPr>
          <a:lstStyle/>
          <a:p>
            <a:pPr algn="ctr">
              <a:lnSpc>
                <a:spcPts val="1581"/>
              </a:lnSpc>
            </a:pPr>
            <a:r>
              <a:rPr lang="en-US" b="true" sz="1129">
                <a:solidFill>
                  <a:srgbClr val="38B6FF"/>
                </a:solidFill>
                <a:latin typeface="Open Sans Bold"/>
                <a:ea typeface="Open Sans Bold"/>
                <a:cs typeface="Open Sans Bold"/>
                <a:sym typeface="Open Sans Bold"/>
              </a:rPr>
              <a:t>Software &amp; Documentatio</a:t>
            </a:r>
            <a:r>
              <a:rPr lang="en-US" b="true" sz="1129">
                <a:solidFill>
                  <a:srgbClr val="38B6FF"/>
                </a:solidFill>
                <a:latin typeface="Open Sans Bold"/>
                <a:ea typeface="Open Sans Bold"/>
                <a:cs typeface="Open Sans Bold"/>
                <a:sym typeface="Open Sans Bold"/>
              </a:rPr>
              <a:t>n</a:t>
            </a:r>
          </a:p>
        </p:txBody>
      </p:sp>
      <p:sp>
        <p:nvSpPr>
          <p:cNvPr name="TextBox 6" id="6"/>
          <p:cNvSpPr txBox="true"/>
          <p:nvPr/>
        </p:nvSpPr>
        <p:spPr>
          <a:xfrm rot="0">
            <a:off x="9941676" y="8559910"/>
            <a:ext cx="895242" cy="234522"/>
          </a:xfrm>
          <a:prstGeom prst="rect">
            <a:avLst/>
          </a:prstGeom>
        </p:spPr>
        <p:txBody>
          <a:bodyPr anchor="t" rtlCol="false" tIns="0" lIns="0" bIns="0" rIns="0">
            <a:spAutoFit/>
          </a:bodyPr>
          <a:lstStyle/>
          <a:p>
            <a:pPr algn="ctr">
              <a:lnSpc>
                <a:spcPts val="1989"/>
              </a:lnSpc>
            </a:pPr>
            <a:r>
              <a:rPr lang="en-US" b="true" sz="1420">
                <a:solidFill>
                  <a:srgbClr val="38B6FF"/>
                </a:solidFill>
                <a:latin typeface="Open Sans Bold"/>
                <a:ea typeface="Open Sans Bold"/>
                <a:cs typeface="Open Sans Bold"/>
                <a:sym typeface="Open Sans Bold"/>
              </a:rPr>
              <a:t>Hardware</a:t>
            </a:r>
          </a:p>
        </p:txBody>
      </p:sp>
      <p:sp>
        <p:nvSpPr>
          <p:cNvPr name="TextBox 7" id="7"/>
          <p:cNvSpPr txBox="true"/>
          <p:nvPr/>
        </p:nvSpPr>
        <p:spPr>
          <a:xfrm rot="0">
            <a:off x="13698995" y="8559910"/>
            <a:ext cx="895242" cy="234522"/>
          </a:xfrm>
          <a:prstGeom prst="rect">
            <a:avLst/>
          </a:prstGeom>
        </p:spPr>
        <p:txBody>
          <a:bodyPr anchor="t" rtlCol="false" tIns="0" lIns="0" bIns="0" rIns="0">
            <a:spAutoFit/>
          </a:bodyPr>
          <a:lstStyle/>
          <a:p>
            <a:pPr algn="ctr">
              <a:lnSpc>
                <a:spcPts val="1989"/>
              </a:lnSpc>
            </a:pPr>
            <a:r>
              <a:rPr lang="en-US" b="true" sz="1420">
                <a:solidFill>
                  <a:srgbClr val="38B6FF"/>
                </a:solidFill>
                <a:latin typeface="Open Sans Bold"/>
                <a:ea typeface="Open Sans Bold"/>
                <a:cs typeface="Open Sans Bold"/>
                <a:sym typeface="Open Sans Bold"/>
              </a:rPr>
              <a:t>Hardware</a:t>
            </a:r>
          </a:p>
        </p:txBody>
      </p:sp>
      <p:sp>
        <p:nvSpPr>
          <p:cNvPr name="TextBox 8" id="8"/>
          <p:cNvSpPr txBox="true"/>
          <p:nvPr/>
        </p:nvSpPr>
        <p:spPr>
          <a:xfrm rot="0">
            <a:off x="11398893" y="8569435"/>
            <a:ext cx="1635444" cy="380735"/>
          </a:xfrm>
          <a:prstGeom prst="rect">
            <a:avLst/>
          </a:prstGeom>
        </p:spPr>
        <p:txBody>
          <a:bodyPr anchor="t" rtlCol="false" tIns="0" lIns="0" bIns="0" rIns="0">
            <a:spAutoFit/>
          </a:bodyPr>
          <a:lstStyle/>
          <a:p>
            <a:pPr algn="ctr">
              <a:lnSpc>
                <a:spcPts val="1581"/>
              </a:lnSpc>
            </a:pPr>
            <a:r>
              <a:rPr lang="en-US" b="true" sz="1129">
                <a:solidFill>
                  <a:srgbClr val="38B6FF"/>
                </a:solidFill>
                <a:latin typeface="Open Sans Bold"/>
                <a:ea typeface="Open Sans Bold"/>
                <a:cs typeface="Open Sans Bold"/>
                <a:sym typeface="Open Sans Bold"/>
              </a:rPr>
              <a:t>Software &amp; Documentatio</a:t>
            </a:r>
            <a:r>
              <a:rPr lang="en-US" b="true" sz="1129">
                <a:solidFill>
                  <a:srgbClr val="38B6FF"/>
                </a:solidFill>
                <a:latin typeface="Open Sans Bold"/>
                <a:ea typeface="Open Sans Bold"/>
                <a:cs typeface="Open Sans Bold"/>
                <a:sym typeface="Open Sans Bold"/>
              </a:rPr>
              <a:t>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92490" y="4663460"/>
            <a:ext cx="12527897" cy="4594840"/>
            <a:chOff x="0" y="0"/>
            <a:chExt cx="3299529" cy="1210164"/>
          </a:xfrm>
        </p:grpSpPr>
        <p:sp>
          <p:nvSpPr>
            <p:cNvPr name="Freeform 6" id="6"/>
            <p:cNvSpPr/>
            <p:nvPr/>
          </p:nvSpPr>
          <p:spPr>
            <a:xfrm flipH="false" flipV="false" rot="0">
              <a:off x="0" y="0"/>
              <a:ext cx="3299528" cy="1210164"/>
            </a:xfrm>
            <a:custGeom>
              <a:avLst/>
              <a:gdLst/>
              <a:ahLst/>
              <a:cxnLst/>
              <a:rect r="r" b="b" t="t" l="l"/>
              <a:pathLst>
                <a:path h="1210164" w="3299528">
                  <a:moveTo>
                    <a:pt x="31517" y="0"/>
                  </a:moveTo>
                  <a:lnTo>
                    <a:pt x="3268012" y="0"/>
                  </a:lnTo>
                  <a:cubicBezTo>
                    <a:pt x="3285418" y="0"/>
                    <a:pt x="3299528" y="14111"/>
                    <a:pt x="3299528" y="31517"/>
                  </a:cubicBezTo>
                  <a:lnTo>
                    <a:pt x="3299528" y="1178647"/>
                  </a:lnTo>
                  <a:cubicBezTo>
                    <a:pt x="3299528" y="1196053"/>
                    <a:pt x="3285418" y="1210164"/>
                    <a:pt x="3268012" y="1210164"/>
                  </a:cubicBezTo>
                  <a:lnTo>
                    <a:pt x="31517" y="1210164"/>
                  </a:lnTo>
                  <a:cubicBezTo>
                    <a:pt x="14111" y="1210164"/>
                    <a:pt x="0" y="1196053"/>
                    <a:pt x="0" y="1178647"/>
                  </a:cubicBezTo>
                  <a:lnTo>
                    <a:pt x="0" y="31517"/>
                  </a:lnTo>
                  <a:cubicBezTo>
                    <a:pt x="0" y="14111"/>
                    <a:pt x="14111" y="0"/>
                    <a:pt x="31517" y="0"/>
                  </a:cubicBezTo>
                  <a:close/>
                </a:path>
              </a:pathLst>
            </a:custGeom>
            <a:solidFill>
              <a:srgbClr val="3B3025"/>
            </a:solidFill>
          </p:spPr>
        </p:sp>
        <p:sp>
          <p:nvSpPr>
            <p:cNvPr name="TextBox 7" id="7"/>
            <p:cNvSpPr txBox="true"/>
            <p:nvPr/>
          </p:nvSpPr>
          <p:spPr>
            <a:xfrm>
              <a:off x="0" y="-47625"/>
              <a:ext cx="3299529" cy="125778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18288000" cy="10287000"/>
            <a:chOff x="0" y="0"/>
            <a:chExt cx="2833290" cy="1593725"/>
          </a:xfrm>
        </p:grpSpPr>
        <p:sp>
          <p:nvSpPr>
            <p:cNvPr name="Freeform 9" id="9"/>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solidFill>
              <a:srgbClr val="545454"/>
            </a:solidFill>
          </p:spPr>
        </p:sp>
      </p:grpSp>
      <p:sp>
        <p:nvSpPr>
          <p:cNvPr name="Freeform 10" id="10"/>
          <p:cNvSpPr/>
          <p:nvPr/>
        </p:nvSpPr>
        <p:spPr>
          <a:xfrm flipH="false" flipV="false" rot="0">
            <a:off x="2003276" y="680710"/>
            <a:ext cx="14281449" cy="8925581"/>
          </a:xfrm>
          <a:custGeom>
            <a:avLst/>
            <a:gdLst/>
            <a:ahLst/>
            <a:cxnLst/>
            <a:rect r="r" b="b" t="t" l="l"/>
            <a:pathLst>
              <a:path h="8925581" w="14281449">
                <a:moveTo>
                  <a:pt x="0" y="0"/>
                </a:moveTo>
                <a:lnTo>
                  <a:pt x="14281448" y="0"/>
                </a:lnTo>
                <a:lnTo>
                  <a:pt x="14281448" y="8925580"/>
                </a:lnTo>
                <a:lnTo>
                  <a:pt x="0" y="8925580"/>
                </a:lnTo>
                <a:lnTo>
                  <a:pt x="0" y="0"/>
                </a:lnTo>
                <a:close/>
              </a:path>
            </a:pathLst>
          </a:custGeom>
          <a:blipFill>
            <a:blip r:embed="rId2"/>
            <a:stretch>
              <a:fillRect l="-3793" t="-8345" r="-4267" b="-10453"/>
            </a:stretch>
          </a:blipFill>
        </p:spPr>
      </p:sp>
      <p:sp>
        <p:nvSpPr>
          <p:cNvPr name="TextBox 11" id="11"/>
          <p:cNvSpPr txBox="true"/>
          <p:nvPr/>
        </p:nvSpPr>
        <p:spPr>
          <a:xfrm rot="0">
            <a:off x="13301537" y="933450"/>
            <a:ext cx="2513405" cy="1474470"/>
          </a:xfrm>
          <a:prstGeom prst="rect">
            <a:avLst/>
          </a:prstGeom>
        </p:spPr>
        <p:txBody>
          <a:bodyPr anchor="t" rtlCol="false" tIns="0" lIns="0" bIns="0" rIns="0">
            <a:spAutoFit/>
          </a:bodyPr>
          <a:lstStyle/>
          <a:p>
            <a:pPr algn="ctr">
              <a:lnSpc>
                <a:spcPts val="5880"/>
              </a:lnSpc>
            </a:pPr>
            <a:r>
              <a:rPr lang="en-US" sz="4200" b="true">
                <a:solidFill>
                  <a:srgbClr val="000000"/>
                </a:solidFill>
                <a:latin typeface="Arimo Bold"/>
                <a:ea typeface="Arimo Bold"/>
                <a:cs typeface="Arimo Bold"/>
                <a:sym typeface="Arimo Bold"/>
              </a:rPr>
              <a:t>Mind Map Figjam</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45454"/>
        </a:solidFill>
      </p:bgPr>
    </p:bg>
    <p:spTree>
      <p:nvGrpSpPr>
        <p:cNvPr id="1" name=""/>
        <p:cNvGrpSpPr/>
        <p:nvPr/>
      </p:nvGrpSpPr>
      <p:grpSpPr>
        <a:xfrm>
          <a:off x="0" y="0"/>
          <a:ext cx="0" cy="0"/>
          <a:chOff x="0" y="0"/>
          <a:chExt cx="0" cy="0"/>
        </a:xfrm>
      </p:grpSpPr>
      <p:grpSp>
        <p:nvGrpSpPr>
          <p:cNvPr name="Group 2" id="2"/>
          <p:cNvGrpSpPr/>
          <p:nvPr/>
        </p:nvGrpSpPr>
        <p:grpSpPr>
          <a:xfrm rot="0">
            <a:off x="814023" y="4663460"/>
            <a:ext cx="16659953" cy="4881921"/>
            <a:chOff x="0" y="0"/>
            <a:chExt cx="4387807" cy="1285774"/>
          </a:xfrm>
        </p:grpSpPr>
        <p:sp>
          <p:nvSpPr>
            <p:cNvPr name="Freeform 3" id="3"/>
            <p:cNvSpPr/>
            <p:nvPr/>
          </p:nvSpPr>
          <p:spPr>
            <a:xfrm flipH="false" flipV="false" rot="0">
              <a:off x="0" y="0"/>
              <a:ext cx="4387807" cy="1285774"/>
            </a:xfrm>
            <a:custGeom>
              <a:avLst/>
              <a:gdLst/>
              <a:ahLst/>
              <a:cxnLst/>
              <a:rect r="r" b="b" t="t" l="l"/>
              <a:pathLst>
                <a:path h="1285774" w="4387807">
                  <a:moveTo>
                    <a:pt x="23700" y="0"/>
                  </a:moveTo>
                  <a:lnTo>
                    <a:pt x="4364107" y="0"/>
                  </a:lnTo>
                  <a:cubicBezTo>
                    <a:pt x="4377196" y="0"/>
                    <a:pt x="4387807" y="10611"/>
                    <a:pt x="4387807" y="23700"/>
                  </a:cubicBezTo>
                  <a:lnTo>
                    <a:pt x="4387807" y="1262074"/>
                  </a:lnTo>
                  <a:cubicBezTo>
                    <a:pt x="4387807" y="1275163"/>
                    <a:pt x="4377196" y="1285774"/>
                    <a:pt x="4364107" y="1285774"/>
                  </a:cubicBezTo>
                  <a:lnTo>
                    <a:pt x="23700" y="1285774"/>
                  </a:lnTo>
                  <a:cubicBezTo>
                    <a:pt x="10611" y="1285774"/>
                    <a:pt x="0" y="1275163"/>
                    <a:pt x="0" y="1262074"/>
                  </a:cubicBezTo>
                  <a:lnTo>
                    <a:pt x="0" y="23700"/>
                  </a:lnTo>
                  <a:cubicBezTo>
                    <a:pt x="0" y="10611"/>
                    <a:pt x="10611" y="0"/>
                    <a:pt x="23700" y="0"/>
                  </a:cubicBezTo>
                  <a:close/>
                </a:path>
              </a:pathLst>
            </a:custGeom>
            <a:solidFill>
              <a:srgbClr val="3B3025"/>
            </a:solidFill>
          </p:spPr>
        </p:sp>
        <p:sp>
          <p:nvSpPr>
            <p:cNvPr name="TextBox 4" id="4"/>
            <p:cNvSpPr txBox="true"/>
            <p:nvPr/>
          </p:nvSpPr>
          <p:spPr>
            <a:xfrm>
              <a:off x="0" y="-47625"/>
              <a:ext cx="4387807" cy="133339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446156" y="1694800"/>
            <a:ext cx="3208418" cy="4277890"/>
          </a:xfrm>
          <a:custGeom>
            <a:avLst/>
            <a:gdLst/>
            <a:ahLst/>
            <a:cxnLst/>
            <a:rect r="r" b="b" t="t" l="l"/>
            <a:pathLst>
              <a:path h="4277890" w="3208418">
                <a:moveTo>
                  <a:pt x="0" y="0"/>
                </a:moveTo>
                <a:lnTo>
                  <a:pt x="3208418" y="0"/>
                </a:lnTo>
                <a:lnTo>
                  <a:pt x="3208418" y="4277891"/>
                </a:lnTo>
                <a:lnTo>
                  <a:pt x="0" y="4277891"/>
                </a:lnTo>
                <a:lnTo>
                  <a:pt x="0" y="0"/>
                </a:lnTo>
                <a:close/>
              </a:path>
            </a:pathLst>
          </a:custGeom>
          <a:blipFill>
            <a:blip r:embed="rId2"/>
            <a:stretch>
              <a:fillRect l="0" t="0" r="0" b="0"/>
            </a:stretch>
          </a:blipFill>
        </p:spPr>
      </p:sp>
      <p:sp>
        <p:nvSpPr>
          <p:cNvPr name="Freeform 6" id="6"/>
          <p:cNvSpPr/>
          <p:nvPr/>
        </p:nvSpPr>
        <p:spPr>
          <a:xfrm flipH="false" flipV="false" rot="0">
            <a:off x="9633426" y="1741716"/>
            <a:ext cx="3208418" cy="4277890"/>
          </a:xfrm>
          <a:custGeom>
            <a:avLst/>
            <a:gdLst/>
            <a:ahLst/>
            <a:cxnLst/>
            <a:rect r="r" b="b" t="t" l="l"/>
            <a:pathLst>
              <a:path h="4277890" w="3208418">
                <a:moveTo>
                  <a:pt x="0" y="0"/>
                </a:moveTo>
                <a:lnTo>
                  <a:pt x="3208418" y="0"/>
                </a:lnTo>
                <a:lnTo>
                  <a:pt x="3208418" y="4277890"/>
                </a:lnTo>
                <a:lnTo>
                  <a:pt x="0" y="4277890"/>
                </a:lnTo>
                <a:lnTo>
                  <a:pt x="0" y="0"/>
                </a:lnTo>
                <a:close/>
              </a:path>
            </a:pathLst>
          </a:custGeom>
          <a:blipFill>
            <a:blip r:embed="rId3"/>
            <a:stretch>
              <a:fillRect l="0" t="0" r="0" b="0"/>
            </a:stretch>
          </a:blipFill>
        </p:spPr>
      </p:sp>
      <p:sp>
        <p:nvSpPr>
          <p:cNvPr name="TextBox 7" id="7"/>
          <p:cNvSpPr txBox="true"/>
          <p:nvPr/>
        </p:nvSpPr>
        <p:spPr>
          <a:xfrm rot="0">
            <a:off x="3480438" y="461773"/>
            <a:ext cx="11327124" cy="990979"/>
          </a:xfrm>
          <a:prstGeom prst="rect">
            <a:avLst/>
          </a:prstGeom>
        </p:spPr>
        <p:txBody>
          <a:bodyPr anchor="t" rtlCol="false" tIns="0" lIns="0" bIns="0" rIns="0">
            <a:spAutoFit/>
          </a:bodyPr>
          <a:lstStyle/>
          <a:p>
            <a:pPr algn="ctr">
              <a:lnSpc>
                <a:spcPts val="7854"/>
              </a:lnSpc>
            </a:pPr>
            <a:r>
              <a:rPr lang="en-US" sz="5610" b="true">
                <a:solidFill>
                  <a:srgbClr val="FFFFFF"/>
                </a:solidFill>
                <a:latin typeface="Arimo Bold"/>
                <a:ea typeface="Arimo Bold"/>
                <a:cs typeface="Arimo Bold"/>
                <a:sym typeface="Arimo Bold"/>
              </a:rPr>
              <a:t>Masalah Nyata</a:t>
            </a:r>
          </a:p>
        </p:txBody>
      </p:sp>
      <p:sp>
        <p:nvSpPr>
          <p:cNvPr name="TextBox 8" id="8"/>
          <p:cNvSpPr txBox="true"/>
          <p:nvPr/>
        </p:nvSpPr>
        <p:spPr>
          <a:xfrm rot="0">
            <a:off x="9633426" y="6446683"/>
            <a:ext cx="7395688" cy="2734774"/>
          </a:xfrm>
          <a:prstGeom prst="rect">
            <a:avLst/>
          </a:prstGeom>
        </p:spPr>
        <p:txBody>
          <a:bodyPr anchor="t" rtlCol="false" tIns="0" lIns="0" bIns="0" rIns="0">
            <a:spAutoFit/>
          </a:bodyPr>
          <a:lstStyle/>
          <a:p>
            <a:pPr algn="ctr">
              <a:lnSpc>
                <a:spcPts val="3089"/>
              </a:lnSpc>
            </a:pPr>
            <a:r>
              <a:rPr lang="en-US" sz="2206">
                <a:solidFill>
                  <a:srgbClr val="FFFFFF"/>
                </a:solidFill>
                <a:latin typeface="Arimo"/>
                <a:ea typeface="Arimo"/>
                <a:cs typeface="Arimo"/>
                <a:sym typeface="Arimo"/>
              </a:rPr>
              <a:t>"Te</a:t>
            </a:r>
            <a:r>
              <a:rPr lang="en-US" sz="2206">
                <a:solidFill>
                  <a:srgbClr val="FFFFFF"/>
                </a:solidFill>
                <a:latin typeface="Arimo"/>
                <a:ea typeface="Arimo"/>
                <a:cs typeface="Arimo"/>
                <a:sym typeface="Arimo"/>
              </a:rPr>
              <a:t>rkadang saya harus berangkat kerja pagi sekali dan baru pulang sore hari. Seringkali saya baru ingat memberi pakan siang saat sudah di tempat kerja. Kalaupun ingat, saya terpaksa memberi pakan dalam jumlah banyak sekaligus agar ayam tidak kelaparan, tapi malah banyak yang tumpah dan terinjak-injak karena wadahnya tidak memadai." — Ibu Rizky (Calon Pengguna)</a:t>
            </a:r>
          </a:p>
        </p:txBody>
      </p:sp>
      <p:sp>
        <p:nvSpPr>
          <p:cNvPr name="TextBox 9" id="9"/>
          <p:cNvSpPr txBox="true"/>
          <p:nvPr/>
        </p:nvSpPr>
        <p:spPr>
          <a:xfrm rot="0">
            <a:off x="1258886" y="6251421"/>
            <a:ext cx="7395688" cy="3125299"/>
          </a:xfrm>
          <a:prstGeom prst="rect">
            <a:avLst/>
          </a:prstGeom>
        </p:spPr>
        <p:txBody>
          <a:bodyPr anchor="t" rtlCol="false" tIns="0" lIns="0" bIns="0" rIns="0">
            <a:spAutoFit/>
          </a:bodyPr>
          <a:lstStyle/>
          <a:p>
            <a:pPr algn="ctr">
              <a:lnSpc>
                <a:spcPts val="3089"/>
              </a:lnSpc>
            </a:pPr>
            <a:r>
              <a:rPr lang="en-US" sz="2206">
                <a:solidFill>
                  <a:srgbClr val="FFFFFF"/>
                </a:solidFill>
                <a:latin typeface="Arimo"/>
                <a:ea typeface="Arimo"/>
                <a:cs typeface="Arimo"/>
                <a:sym typeface="Arimo"/>
              </a:rPr>
              <a:t>Rutinitas ke</a:t>
            </a:r>
            <a:r>
              <a:rPr lang="en-US" sz="2206">
                <a:solidFill>
                  <a:srgbClr val="FFFFFF"/>
                </a:solidFill>
                <a:latin typeface="Arimo"/>
                <a:ea typeface="Arimo"/>
                <a:cs typeface="Arimo"/>
                <a:sym typeface="Arimo"/>
              </a:rPr>
              <a:t>rja yang padat membuat pemberian pakan ayam tidak terjadwal dengan konsisten. Keterlambatan atau kelupaan dalam memberi pakan menyebabkan pertumbuhan ayam tidak optimal dan memicu stres pada unggas. Selain itu, pemberian pakan manual yang seringkali "seadanya" berisiko tinggi menyebabkan pakan tercecer atau terbuang sia-sia (food waste), yang menambah beban biaya operasional.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92490" y="4663460"/>
            <a:ext cx="12527897" cy="4594840"/>
            <a:chOff x="0" y="0"/>
            <a:chExt cx="3299529" cy="1210164"/>
          </a:xfrm>
        </p:grpSpPr>
        <p:sp>
          <p:nvSpPr>
            <p:cNvPr name="Freeform 6" id="6"/>
            <p:cNvSpPr/>
            <p:nvPr/>
          </p:nvSpPr>
          <p:spPr>
            <a:xfrm flipH="false" flipV="false" rot="0">
              <a:off x="0" y="0"/>
              <a:ext cx="3299528" cy="1210164"/>
            </a:xfrm>
            <a:custGeom>
              <a:avLst/>
              <a:gdLst/>
              <a:ahLst/>
              <a:cxnLst/>
              <a:rect r="r" b="b" t="t" l="l"/>
              <a:pathLst>
                <a:path h="1210164" w="3299528">
                  <a:moveTo>
                    <a:pt x="31517" y="0"/>
                  </a:moveTo>
                  <a:lnTo>
                    <a:pt x="3268012" y="0"/>
                  </a:lnTo>
                  <a:cubicBezTo>
                    <a:pt x="3285418" y="0"/>
                    <a:pt x="3299528" y="14111"/>
                    <a:pt x="3299528" y="31517"/>
                  </a:cubicBezTo>
                  <a:lnTo>
                    <a:pt x="3299528" y="1178647"/>
                  </a:lnTo>
                  <a:cubicBezTo>
                    <a:pt x="3299528" y="1196053"/>
                    <a:pt x="3285418" y="1210164"/>
                    <a:pt x="3268012" y="1210164"/>
                  </a:cubicBezTo>
                  <a:lnTo>
                    <a:pt x="31517" y="1210164"/>
                  </a:lnTo>
                  <a:cubicBezTo>
                    <a:pt x="14111" y="1210164"/>
                    <a:pt x="0" y="1196053"/>
                    <a:pt x="0" y="1178647"/>
                  </a:cubicBezTo>
                  <a:lnTo>
                    <a:pt x="0" y="31517"/>
                  </a:lnTo>
                  <a:cubicBezTo>
                    <a:pt x="0" y="14111"/>
                    <a:pt x="14111" y="0"/>
                    <a:pt x="31517" y="0"/>
                  </a:cubicBezTo>
                  <a:close/>
                </a:path>
              </a:pathLst>
            </a:custGeom>
            <a:solidFill>
              <a:srgbClr val="3B3025"/>
            </a:solidFill>
          </p:spPr>
        </p:sp>
        <p:sp>
          <p:nvSpPr>
            <p:cNvPr name="TextBox 7" id="7"/>
            <p:cNvSpPr txBox="true"/>
            <p:nvPr/>
          </p:nvSpPr>
          <p:spPr>
            <a:xfrm>
              <a:off x="0" y="-47625"/>
              <a:ext cx="3299529" cy="125778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18288000" cy="10287000"/>
            <a:chOff x="0" y="0"/>
            <a:chExt cx="2833290" cy="1593725"/>
          </a:xfrm>
        </p:grpSpPr>
        <p:sp>
          <p:nvSpPr>
            <p:cNvPr name="Freeform 9" id="9"/>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solidFill>
              <a:srgbClr val="545454"/>
            </a:solidFill>
          </p:spPr>
        </p:sp>
      </p:grpSp>
      <p:sp>
        <p:nvSpPr>
          <p:cNvPr name="Freeform 10" id="10"/>
          <p:cNvSpPr/>
          <p:nvPr/>
        </p:nvSpPr>
        <p:spPr>
          <a:xfrm flipH="false" flipV="false" rot="0">
            <a:off x="2003276" y="680710"/>
            <a:ext cx="14281449" cy="8925581"/>
          </a:xfrm>
          <a:custGeom>
            <a:avLst/>
            <a:gdLst/>
            <a:ahLst/>
            <a:cxnLst/>
            <a:rect r="r" b="b" t="t" l="l"/>
            <a:pathLst>
              <a:path h="8925581" w="14281449">
                <a:moveTo>
                  <a:pt x="0" y="0"/>
                </a:moveTo>
                <a:lnTo>
                  <a:pt x="14281448" y="0"/>
                </a:lnTo>
                <a:lnTo>
                  <a:pt x="14281448" y="8925580"/>
                </a:lnTo>
                <a:lnTo>
                  <a:pt x="0" y="8925580"/>
                </a:lnTo>
                <a:lnTo>
                  <a:pt x="0" y="0"/>
                </a:lnTo>
                <a:close/>
              </a:path>
            </a:pathLst>
          </a:custGeom>
          <a:blipFill>
            <a:blip r:embed="rId2"/>
            <a:stretch>
              <a:fillRect l="-3793" t="-8345" r="-4267" b="-10453"/>
            </a:stretch>
          </a:blipFill>
        </p:spPr>
      </p:sp>
      <p:sp>
        <p:nvSpPr>
          <p:cNvPr name="Freeform 11" id="11"/>
          <p:cNvSpPr/>
          <p:nvPr/>
        </p:nvSpPr>
        <p:spPr>
          <a:xfrm flipH="false" flipV="false" rot="0">
            <a:off x="1028700" y="687798"/>
            <a:ext cx="16230600" cy="9272688"/>
          </a:xfrm>
          <a:custGeom>
            <a:avLst/>
            <a:gdLst/>
            <a:ahLst/>
            <a:cxnLst/>
            <a:rect r="r" b="b" t="t" l="l"/>
            <a:pathLst>
              <a:path h="9272688" w="16230600">
                <a:moveTo>
                  <a:pt x="0" y="0"/>
                </a:moveTo>
                <a:lnTo>
                  <a:pt x="16230600" y="0"/>
                </a:lnTo>
                <a:lnTo>
                  <a:pt x="16230600" y="9272688"/>
                </a:lnTo>
                <a:lnTo>
                  <a:pt x="0" y="9272688"/>
                </a:lnTo>
                <a:lnTo>
                  <a:pt x="0" y="0"/>
                </a:lnTo>
                <a:close/>
              </a:path>
            </a:pathLst>
          </a:custGeom>
          <a:blipFill>
            <a:blip r:embed="rId3"/>
            <a:stretch>
              <a:fillRect l="-670" t="0" r="-670" b="0"/>
            </a:stretch>
          </a:blipFill>
        </p:spPr>
      </p:sp>
      <p:sp>
        <p:nvSpPr>
          <p:cNvPr name="TextBox 12" id="12"/>
          <p:cNvSpPr txBox="true"/>
          <p:nvPr/>
        </p:nvSpPr>
        <p:spPr>
          <a:xfrm rot="0">
            <a:off x="12785895" y="933450"/>
            <a:ext cx="4058308" cy="1474470"/>
          </a:xfrm>
          <a:prstGeom prst="rect">
            <a:avLst/>
          </a:prstGeom>
        </p:spPr>
        <p:txBody>
          <a:bodyPr anchor="t" rtlCol="false" tIns="0" lIns="0" bIns="0" rIns="0">
            <a:spAutoFit/>
          </a:bodyPr>
          <a:lstStyle/>
          <a:p>
            <a:pPr algn="ctr">
              <a:lnSpc>
                <a:spcPts val="5880"/>
              </a:lnSpc>
            </a:pPr>
            <a:r>
              <a:rPr lang="en-US" sz="4200" b="true">
                <a:solidFill>
                  <a:srgbClr val="000000"/>
                </a:solidFill>
                <a:latin typeface="Arimo Bold"/>
                <a:ea typeface="Arimo Bold"/>
                <a:cs typeface="Arimo Bold"/>
                <a:sym typeface="Arimo Bold"/>
              </a:rPr>
              <a:t>Fishbone Diagram Figjam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833290" cy="1593725"/>
          </a:xfrm>
        </p:grpSpPr>
        <p:sp>
          <p:nvSpPr>
            <p:cNvPr name="Freeform 6" id="6"/>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2463" t="0" r="48849" b="49000"/>
              </a:stretch>
            </a:blipFill>
          </p:spPr>
        </p:sp>
      </p:grpSp>
      <p:grpSp>
        <p:nvGrpSpPr>
          <p:cNvPr name="Group 7" id="7"/>
          <p:cNvGrpSpPr/>
          <p:nvPr/>
        </p:nvGrpSpPr>
        <p:grpSpPr>
          <a:xfrm rot="0">
            <a:off x="-335167" y="-721899"/>
            <a:ext cx="19035681" cy="11369848"/>
            <a:chOff x="0" y="0"/>
            <a:chExt cx="5013513" cy="2994528"/>
          </a:xfrm>
        </p:grpSpPr>
        <p:sp>
          <p:nvSpPr>
            <p:cNvPr name="Freeform 8" id="8"/>
            <p:cNvSpPr/>
            <p:nvPr/>
          </p:nvSpPr>
          <p:spPr>
            <a:xfrm flipH="false" flipV="false" rot="0">
              <a:off x="0" y="0"/>
              <a:ext cx="5013513" cy="2994528"/>
            </a:xfrm>
            <a:custGeom>
              <a:avLst/>
              <a:gdLst/>
              <a:ahLst/>
              <a:cxnLst/>
              <a:rect r="r" b="b" t="t" l="l"/>
              <a:pathLst>
                <a:path h="2994528" w="5013513">
                  <a:moveTo>
                    <a:pt x="20742" y="0"/>
                  </a:moveTo>
                  <a:lnTo>
                    <a:pt x="4992770" y="0"/>
                  </a:lnTo>
                  <a:cubicBezTo>
                    <a:pt x="4998272" y="0"/>
                    <a:pt x="5003548" y="2185"/>
                    <a:pt x="5007437" y="6075"/>
                  </a:cubicBezTo>
                  <a:cubicBezTo>
                    <a:pt x="5011327" y="9965"/>
                    <a:pt x="5013513" y="15241"/>
                    <a:pt x="5013513" y="20742"/>
                  </a:cubicBezTo>
                  <a:lnTo>
                    <a:pt x="5013513" y="2973786"/>
                  </a:lnTo>
                  <a:cubicBezTo>
                    <a:pt x="5013513" y="2979287"/>
                    <a:pt x="5011327" y="2984563"/>
                    <a:pt x="5007437" y="2988453"/>
                  </a:cubicBezTo>
                  <a:cubicBezTo>
                    <a:pt x="5003548" y="2992343"/>
                    <a:pt x="4998272" y="2994528"/>
                    <a:pt x="4992770" y="2994528"/>
                  </a:cubicBezTo>
                  <a:lnTo>
                    <a:pt x="20742" y="2994528"/>
                  </a:lnTo>
                  <a:cubicBezTo>
                    <a:pt x="15241" y="2994528"/>
                    <a:pt x="9965" y="2992343"/>
                    <a:pt x="6075" y="2988453"/>
                  </a:cubicBezTo>
                  <a:cubicBezTo>
                    <a:pt x="2185" y="2984563"/>
                    <a:pt x="0" y="2979287"/>
                    <a:pt x="0" y="2973786"/>
                  </a:cubicBezTo>
                  <a:lnTo>
                    <a:pt x="0" y="20742"/>
                  </a:lnTo>
                  <a:cubicBezTo>
                    <a:pt x="0" y="15241"/>
                    <a:pt x="2185" y="9965"/>
                    <a:pt x="6075" y="6075"/>
                  </a:cubicBezTo>
                  <a:cubicBezTo>
                    <a:pt x="9965" y="2185"/>
                    <a:pt x="15241" y="0"/>
                    <a:pt x="20742" y="0"/>
                  </a:cubicBezTo>
                  <a:close/>
                </a:path>
              </a:pathLst>
            </a:custGeom>
            <a:solidFill>
              <a:srgbClr val="545454"/>
            </a:solidFill>
          </p:spPr>
        </p:sp>
        <p:sp>
          <p:nvSpPr>
            <p:cNvPr name="TextBox 9" id="9"/>
            <p:cNvSpPr txBox="true"/>
            <p:nvPr/>
          </p:nvSpPr>
          <p:spPr>
            <a:xfrm>
              <a:off x="0" y="-47625"/>
              <a:ext cx="5013513" cy="304215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003276" y="1417837"/>
            <a:ext cx="14281449" cy="7559727"/>
          </a:xfrm>
          <a:custGeom>
            <a:avLst/>
            <a:gdLst/>
            <a:ahLst/>
            <a:cxnLst/>
            <a:rect r="r" b="b" t="t" l="l"/>
            <a:pathLst>
              <a:path h="7559727" w="14281449">
                <a:moveTo>
                  <a:pt x="0" y="0"/>
                </a:moveTo>
                <a:lnTo>
                  <a:pt x="14281448" y="0"/>
                </a:lnTo>
                <a:lnTo>
                  <a:pt x="14281448" y="7559727"/>
                </a:lnTo>
                <a:lnTo>
                  <a:pt x="0" y="7559727"/>
                </a:lnTo>
                <a:lnTo>
                  <a:pt x="0" y="0"/>
                </a:lnTo>
                <a:close/>
              </a:path>
            </a:pathLst>
          </a:custGeom>
          <a:blipFill>
            <a:blip r:embed="rId3"/>
            <a:stretch>
              <a:fillRect l="-503" t="-1433" r="-503" b="-16633"/>
            </a:stretch>
          </a:blipFill>
        </p:spPr>
      </p:sp>
      <p:sp>
        <p:nvSpPr>
          <p:cNvPr name="TextBox 11" id="11"/>
          <p:cNvSpPr txBox="true"/>
          <p:nvPr/>
        </p:nvSpPr>
        <p:spPr>
          <a:xfrm rot="0">
            <a:off x="4073034" y="297180"/>
            <a:ext cx="10219279"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Sustainable Development Goals Impact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833290" cy="1593725"/>
          </a:xfrm>
        </p:grpSpPr>
        <p:sp>
          <p:nvSpPr>
            <p:cNvPr name="Freeform 6" id="6"/>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2463" t="0" r="48849" b="49000"/>
              </a:stretch>
            </a:blipFill>
          </p:spPr>
        </p:sp>
      </p:grpSp>
      <p:grpSp>
        <p:nvGrpSpPr>
          <p:cNvPr name="Group 7" id="7"/>
          <p:cNvGrpSpPr/>
          <p:nvPr/>
        </p:nvGrpSpPr>
        <p:grpSpPr>
          <a:xfrm rot="0">
            <a:off x="-335167" y="-721899"/>
            <a:ext cx="19035681" cy="11369848"/>
            <a:chOff x="0" y="0"/>
            <a:chExt cx="5013513" cy="2994528"/>
          </a:xfrm>
        </p:grpSpPr>
        <p:sp>
          <p:nvSpPr>
            <p:cNvPr name="Freeform 8" id="8"/>
            <p:cNvSpPr/>
            <p:nvPr/>
          </p:nvSpPr>
          <p:spPr>
            <a:xfrm flipH="false" flipV="false" rot="0">
              <a:off x="0" y="0"/>
              <a:ext cx="5013513" cy="2994528"/>
            </a:xfrm>
            <a:custGeom>
              <a:avLst/>
              <a:gdLst/>
              <a:ahLst/>
              <a:cxnLst/>
              <a:rect r="r" b="b" t="t" l="l"/>
              <a:pathLst>
                <a:path h="2994528" w="5013513">
                  <a:moveTo>
                    <a:pt x="20742" y="0"/>
                  </a:moveTo>
                  <a:lnTo>
                    <a:pt x="4992770" y="0"/>
                  </a:lnTo>
                  <a:cubicBezTo>
                    <a:pt x="4998272" y="0"/>
                    <a:pt x="5003548" y="2185"/>
                    <a:pt x="5007437" y="6075"/>
                  </a:cubicBezTo>
                  <a:cubicBezTo>
                    <a:pt x="5011327" y="9965"/>
                    <a:pt x="5013513" y="15241"/>
                    <a:pt x="5013513" y="20742"/>
                  </a:cubicBezTo>
                  <a:lnTo>
                    <a:pt x="5013513" y="2973786"/>
                  </a:lnTo>
                  <a:cubicBezTo>
                    <a:pt x="5013513" y="2979287"/>
                    <a:pt x="5011327" y="2984563"/>
                    <a:pt x="5007437" y="2988453"/>
                  </a:cubicBezTo>
                  <a:cubicBezTo>
                    <a:pt x="5003548" y="2992343"/>
                    <a:pt x="4998272" y="2994528"/>
                    <a:pt x="4992770" y="2994528"/>
                  </a:cubicBezTo>
                  <a:lnTo>
                    <a:pt x="20742" y="2994528"/>
                  </a:lnTo>
                  <a:cubicBezTo>
                    <a:pt x="15241" y="2994528"/>
                    <a:pt x="9965" y="2992343"/>
                    <a:pt x="6075" y="2988453"/>
                  </a:cubicBezTo>
                  <a:cubicBezTo>
                    <a:pt x="2185" y="2984563"/>
                    <a:pt x="0" y="2979287"/>
                    <a:pt x="0" y="2973786"/>
                  </a:cubicBezTo>
                  <a:lnTo>
                    <a:pt x="0" y="20742"/>
                  </a:lnTo>
                  <a:cubicBezTo>
                    <a:pt x="0" y="15241"/>
                    <a:pt x="2185" y="9965"/>
                    <a:pt x="6075" y="6075"/>
                  </a:cubicBezTo>
                  <a:cubicBezTo>
                    <a:pt x="9965" y="2185"/>
                    <a:pt x="15241" y="0"/>
                    <a:pt x="20742" y="0"/>
                  </a:cubicBezTo>
                  <a:close/>
                </a:path>
              </a:pathLst>
            </a:custGeom>
            <a:solidFill>
              <a:srgbClr val="545454"/>
            </a:solidFill>
          </p:spPr>
        </p:sp>
        <p:sp>
          <p:nvSpPr>
            <p:cNvPr name="TextBox 9" id="9"/>
            <p:cNvSpPr txBox="true"/>
            <p:nvPr/>
          </p:nvSpPr>
          <p:spPr>
            <a:xfrm>
              <a:off x="0" y="-47625"/>
              <a:ext cx="5013513" cy="304215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356613" y="1597453"/>
            <a:ext cx="9953816" cy="7092094"/>
          </a:xfrm>
          <a:custGeom>
            <a:avLst/>
            <a:gdLst/>
            <a:ahLst/>
            <a:cxnLst/>
            <a:rect r="r" b="b" t="t" l="l"/>
            <a:pathLst>
              <a:path h="7092094" w="9953816">
                <a:moveTo>
                  <a:pt x="0" y="0"/>
                </a:moveTo>
                <a:lnTo>
                  <a:pt x="9953817" y="0"/>
                </a:lnTo>
                <a:lnTo>
                  <a:pt x="9953817" y="7092094"/>
                </a:lnTo>
                <a:lnTo>
                  <a:pt x="0" y="7092094"/>
                </a:lnTo>
                <a:lnTo>
                  <a:pt x="0" y="0"/>
                </a:lnTo>
                <a:close/>
              </a:path>
            </a:pathLst>
          </a:custGeom>
          <a:blipFill>
            <a:blip r:embed="rId3"/>
            <a:stretch>
              <a:fillRect l="0" t="0" r="0" b="0"/>
            </a:stretch>
          </a:blipFill>
        </p:spPr>
      </p:sp>
      <p:sp>
        <p:nvSpPr>
          <p:cNvPr name="Freeform 11" id="11"/>
          <p:cNvSpPr/>
          <p:nvPr/>
        </p:nvSpPr>
        <p:spPr>
          <a:xfrm flipH="false" flipV="false" rot="0">
            <a:off x="10787747" y="4057985"/>
            <a:ext cx="6942719" cy="1810081"/>
          </a:xfrm>
          <a:custGeom>
            <a:avLst/>
            <a:gdLst/>
            <a:ahLst/>
            <a:cxnLst/>
            <a:rect r="r" b="b" t="t" l="l"/>
            <a:pathLst>
              <a:path h="1810081" w="6942719">
                <a:moveTo>
                  <a:pt x="0" y="0"/>
                </a:moveTo>
                <a:lnTo>
                  <a:pt x="6942719" y="0"/>
                </a:lnTo>
                <a:lnTo>
                  <a:pt x="6942719" y="1810081"/>
                </a:lnTo>
                <a:lnTo>
                  <a:pt x="0" y="1810081"/>
                </a:lnTo>
                <a:lnTo>
                  <a:pt x="0" y="0"/>
                </a:lnTo>
                <a:close/>
              </a:path>
            </a:pathLst>
          </a:custGeom>
          <a:blipFill>
            <a:blip r:embed="rId4"/>
            <a:stretch>
              <a:fillRect l="-1249" t="0" r="0" b="0"/>
            </a:stretch>
          </a:blipFill>
        </p:spPr>
      </p:sp>
      <p:sp>
        <p:nvSpPr>
          <p:cNvPr name="TextBox 12" id="12"/>
          <p:cNvSpPr txBox="true"/>
          <p:nvPr/>
        </p:nvSpPr>
        <p:spPr>
          <a:xfrm rot="0">
            <a:off x="4695607" y="297180"/>
            <a:ext cx="8896786"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Block Diagram dan Tabel Mapping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833290" cy="1593725"/>
          </a:xfrm>
        </p:grpSpPr>
        <p:sp>
          <p:nvSpPr>
            <p:cNvPr name="Freeform 6" id="6"/>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2463" t="0" r="48849" b="49000"/>
              </a:stretch>
            </a:blipFill>
          </p:spPr>
        </p:sp>
      </p:grpSp>
      <p:grpSp>
        <p:nvGrpSpPr>
          <p:cNvPr name="Group 7" id="7"/>
          <p:cNvGrpSpPr/>
          <p:nvPr/>
        </p:nvGrpSpPr>
        <p:grpSpPr>
          <a:xfrm rot="0">
            <a:off x="-335167" y="-721899"/>
            <a:ext cx="19035681" cy="11369848"/>
            <a:chOff x="0" y="0"/>
            <a:chExt cx="5013513" cy="2994528"/>
          </a:xfrm>
        </p:grpSpPr>
        <p:sp>
          <p:nvSpPr>
            <p:cNvPr name="Freeform 8" id="8"/>
            <p:cNvSpPr/>
            <p:nvPr/>
          </p:nvSpPr>
          <p:spPr>
            <a:xfrm flipH="false" flipV="false" rot="0">
              <a:off x="0" y="0"/>
              <a:ext cx="5013513" cy="2994528"/>
            </a:xfrm>
            <a:custGeom>
              <a:avLst/>
              <a:gdLst/>
              <a:ahLst/>
              <a:cxnLst/>
              <a:rect r="r" b="b" t="t" l="l"/>
              <a:pathLst>
                <a:path h="2994528" w="5013513">
                  <a:moveTo>
                    <a:pt x="20742" y="0"/>
                  </a:moveTo>
                  <a:lnTo>
                    <a:pt x="4992770" y="0"/>
                  </a:lnTo>
                  <a:cubicBezTo>
                    <a:pt x="4998272" y="0"/>
                    <a:pt x="5003548" y="2185"/>
                    <a:pt x="5007437" y="6075"/>
                  </a:cubicBezTo>
                  <a:cubicBezTo>
                    <a:pt x="5011327" y="9965"/>
                    <a:pt x="5013513" y="15241"/>
                    <a:pt x="5013513" y="20742"/>
                  </a:cubicBezTo>
                  <a:lnTo>
                    <a:pt x="5013513" y="2973786"/>
                  </a:lnTo>
                  <a:cubicBezTo>
                    <a:pt x="5013513" y="2979287"/>
                    <a:pt x="5011327" y="2984563"/>
                    <a:pt x="5007437" y="2988453"/>
                  </a:cubicBezTo>
                  <a:cubicBezTo>
                    <a:pt x="5003548" y="2992343"/>
                    <a:pt x="4998272" y="2994528"/>
                    <a:pt x="4992770" y="2994528"/>
                  </a:cubicBezTo>
                  <a:lnTo>
                    <a:pt x="20742" y="2994528"/>
                  </a:lnTo>
                  <a:cubicBezTo>
                    <a:pt x="15241" y="2994528"/>
                    <a:pt x="9965" y="2992343"/>
                    <a:pt x="6075" y="2988453"/>
                  </a:cubicBezTo>
                  <a:cubicBezTo>
                    <a:pt x="2185" y="2984563"/>
                    <a:pt x="0" y="2979287"/>
                    <a:pt x="0" y="2973786"/>
                  </a:cubicBezTo>
                  <a:lnTo>
                    <a:pt x="0" y="20742"/>
                  </a:lnTo>
                  <a:cubicBezTo>
                    <a:pt x="0" y="15241"/>
                    <a:pt x="2185" y="9965"/>
                    <a:pt x="6075" y="6075"/>
                  </a:cubicBezTo>
                  <a:cubicBezTo>
                    <a:pt x="9965" y="2185"/>
                    <a:pt x="15241" y="0"/>
                    <a:pt x="20742" y="0"/>
                  </a:cubicBezTo>
                  <a:close/>
                </a:path>
              </a:pathLst>
            </a:custGeom>
            <a:solidFill>
              <a:srgbClr val="545454"/>
            </a:solidFill>
          </p:spPr>
        </p:sp>
        <p:sp>
          <p:nvSpPr>
            <p:cNvPr name="TextBox 9" id="9"/>
            <p:cNvSpPr txBox="true"/>
            <p:nvPr/>
          </p:nvSpPr>
          <p:spPr>
            <a:xfrm>
              <a:off x="0" y="-47625"/>
              <a:ext cx="5013513" cy="304215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0474142" y="2242864"/>
            <a:ext cx="7622168" cy="5440323"/>
          </a:xfrm>
          <a:custGeom>
            <a:avLst/>
            <a:gdLst/>
            <a:ahLst/>
            <a:cxnLst/>
            <a:rect r="r" b="b" t="t" l="l"/>
            <a:pathLst>
              <a:path h="5440323" w="7622168">
                <a:moveTo>
                  <a:pt x="0" y="0"/>
                </a:moveTo>
                <a:lnTo>
                  <a:pt x="7622169" y="0"/>
                </a:lnTo>
                <a:lnTo>
                  <a:pt x="7622169" y="5440323"/>
                </a:lnTo>
                <a:lnTo>
                  <a:pt x="0" y="5440323"/>
                </a:lnTo>
                <a:lnTo>
                  <a:pt x="0" y="0"/>
                </a:lnTo>
                <a:close/>
              </a:path>
            </a:pathLst>
          </a:custGeom>
          <a:blipFill>
            <a:blip r:embed="rId3"/>
            <a:stretch>
              <a:fillRect l="0" t="0" r="0" b="0"/>
            </a:stretch>
          </a:blipFill>
        </p:spPr>
      </p:sp>
      <p:sp>
        <p:nvSpPr>
          <p:cNvPr name="Freeform 11" id="11"/>
          <p:cNvSpPr/>
          <p:nvPr/>
        </p:nvSpPr>
        <p:spPr>
          <a:xfrm flipH="false" flipV="false" rot="0">
            <a:off x="250896" y="2242864"/>
            <a:ext cx="9746282" cy="5482284"/>
          </a:xfrm>
          <a:custGeom>
            <a:avLst/>
            <a:gdLst/>
            <a:ahLst/>
            <a:cxnLst/>
            <a:rect r="r" b="b" t="t" l="l"/>
            <a:pathLst>
              <a:path h="5482284" w="9746282">
                <a:moveTo>
                  <a:pt x="0" y="0"/>
                </a:moveTo>
                <a:lnTo>
                  <a:pt x="9746281" y="0"/>
                </a:lnTo>
                <a:lnTo>
                  <a:pt x="9746281" y="5482284"/>
                </a:lnTo>
                <a:lnTo>
                  <a:pt x="0" y="5482284"/>
                </a:lnTo>
                <a:lnTo>
                  <a:pt x="0" y="0"/>
                </a:lnTo>
                <a:close/>
              </a:path>
            </a:pathLst>
          </a:custGeom>
          <a:blipFill>
            <a:blip r:embed="rId4"/>
            <a:stretch>
              <a:fillRect l="0" t="0" r="0" b="0"/>
            </a:stretch>
          </a:blipFill>
        </p:spPr>
      </p:sp>
      <p:sp>
        <p:nvSpPr>
          <p:cNvPr name="TextBox 12" id="12"/>
          <p:cNvSpPr txBox="true"/>
          <p:nvPr/>
        </p:nvSpPr>
        <p:spPr>
          <a:xfrm rot="0">
            <a:off x="4695607" y="615315"/>
            <a:ext cx="8896786"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UI/UX dan Desain 3D</a:t>
            </a:r>
          </a:p>
        </p:txBody>
      </p:sp>
      <p:sp>
        <p:nvSpPr>
          <p:cNvPr name="TextBox 13" id="13"/>
          <p:cNvSpPr txBox="true"/>
          <p:nvPr/>
        </p:nvSpPr>
        <p:spPr>
          <a:xfrm rot="0">
            <a:off x="675643" y="1251585"/>
            <a:ext cx="8896786"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UI/UX</a:t>
            </a:r>
          </a:p>
        </p:txBody>
      </p:sp>
      <p:sp>
        <p:nvSpPr>
          <p:cNvPr name="TextBox 14" id="14"/>
          <p:cNvSpPr txBox="true"/>
          <p:nvPr/>
        </p:nvSpPr>
        <p:spPr>
          <a:xfrm rot="0">
            <a:off x="9836833" y="1251585"/>
            <a:ext cx="8896786"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Desain 3D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833290" cy="1593725"/>
          </a:xfrm>
        </p:grpSpPr>
        <p:sp>
          <p:nvSpPr>
            <p:cNvPr name="Freeform 6" id="6"/>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2463" t="0" r="48849" b="49000"/>
              </a:stretch>
            </a:blipFill>
          </p:spPr>
        </p:sp>
      </p:grpSp>
      <p:grpSp>
        <p:nvGrpSpPr>
          <p:cNvPr name="Group 7" id="7"/>
          <p:cNvGrpSpPr/>
          <p:nvPr/>
        </p:nvGrpSpPr>
        <p:grpSpPr>
          <a:xfrm rot="0">
            <a:off x="-335167" y="-721899"/>
            <a:ext cx="19035681" cy="11369848"/>
            <a:chOff x="0" y="0"/>
            <a:chExt cx="5013513" cy="2994528"/>
          </a:xfrm>
        </p:grpSpPr>
        <p:sp>
          <p:nvSpPr>
            <p:cNvPr name="Freeform 8" id="8"/>
            <p:cNvSpPr/>
            <p:nvPr/>
          </p:nvSpPr>
          <p:spPr>
            <a:xfrm flipH="false" flipV="false" rot="0">
              <a:off x="0" y="0"/>
              <a:ext cx="5013513" cy="2994528"/>
            </a:xfrm>
            <a:custGeom>
              <a:avLst/>
              <a:gdLst/>
              <a:ahLst/>
              <a:cxnLst/>
              <a:rect r="r" b="b" t="t" l="l"/>
              <a:pathLst>
                <a:path h="2994528" w="5013513">
                  <a:moveTo>
                    <a:pt x="20742" y="0"/>
                  </a:moveTo>
                  <a:lnTo>
                    <a:pt x="4992770" y="0"/>
                  </a:lnTo>
                  <a:cubicBezTo>
                    <a:pt x="4998272" y="0"/>
                    <a:pt x="5003548" y="2185"/>
                    <a:pt x="5007437" y="6075"/>
                  </a:cubicBezTo>
                  <a:cubicBezTo>
                    <a:pt x="5011327" y="9965"/>
                    <a:pt x="5013513" y="15241"/>
                    <a:pt x="5013513" y="20742"/>
                  </a:cubicBezTo>
                  <a:lnTo>
                    <a:pt x="5013513" y="2973786"/>
                  </a:lnTo>
                  <a:cubicBezTo>
                    <a:pt x="5013513" y="2979287"/>
                    <a:pt x="5011327" y="2984563"/>
                    <a:pt x="5007437" y="2988453"/>
                  </a:cubicBezTo>
                  <a:cubicBezTo>
                    <a:pt x="5003548" y="2992343"/>
                    <a:pt x="4998272" y="2994528"/>
                    <a:pt x="4992770" y="2994528"/>
                  </a:cubicBezTo>
                  <a:lnTo>
                    <a:pt x="20742" y="2994528"/>
                  </a:lnTo>
                  <a:cubicBezTo>
                    <a:pt x="15241" y="2994528"/>
                    <a:pt x="9965" y="2992343"/>
                    <a:pt x="6075" y="2988453"/>
                  </a:cubicBezTo>
                  <a:cubicBezTo>
                    <a:pt x="2185" y="2984563"/>
                    <a:pt x="0" y="2979287"/>
                    <a:pt x="0" y="2973786"/>
                  </a:cubicBezTo>
                  <a:lnTo>
                    <a:pt x="0" y="20742"/>
                  </a:lnTo>
                  <a:cubicBezTo>
                    <a:pt x="0" y="15241"/>
                    <a:pt x="2185" y="9965"/>
                    <a:pt x="6075" y="6075"/>
                  </a:cubicBezTo>
                  <a:cubicBezTo>
                    <a:pt x="9965" y="2185"/>
                    <a:pt x="15241" y="0"/>
                    <a:pt x="20742" y="0"/>
                  </a:cubicBezTo>
                  <a:close/>
                </a:path>
              </a:pathLst>
            </a:custGeom>
            <a:solidFill>
              <a:srgbClr val="545454"/>
            </a:solidFill>
          </p:spPr>
        </p:sp>
        <p:sp>
          <p:nvSpPr>
            <p:cNvPr name="TextBox 9" id="9"/>
            <p:cNvSpPr txBox="true"/>
            <p:nvPr/>
          </p:nvSpPr>
          <p:spPr>
            <a:xfrm>
              <a:off x="0" y="-47625"/>
              <a:ext cx="5013513" cy="304215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3028906" y="1599145"/>
            <a:ext cx="12230187" cy="7659155"/>
          </a:xfrm>
          <a:custGeom>
            <a:avLst/>
            <a:gdLst/>
            <a:ahLst/>
            <a:cxnLst/>
            <a:rect r="r" b="b" t="t" l="l"/>
            <a:pathLst>
              <a:path h="7659155" w="12230187">
                <a:moveTo>
                  <a:pt x="0" y="0"/>
                </a:moveTo>
                <a:lnTo>
                  <a:pt x="12230188" y="0"/>
                </a:lnTo>
                <a:lnTo>
                  <a:pt x="12230188" y="7659155"/>
                </a:lnTo>
                <a:lnTo>
                  <a:pt x="0" y="7659155"/>
                </a:lnTo>
                <a:lnTo>
                  <a:pt x="0" y="0"/>
                </a:lnTo>
                <a:close/>
              </a:path>
            </a:pathLst>
          </a:custGeom>
          <a:blipFill>
            <a:blip r:embed="rId3"/>
            <a:stretch>
              <a:fillRect l="0" t="0" r="0" b="0"/>
            </a:stretch>
          </a:blipFill>
        </p:spPr>
      </p:sp>
      <p:sp>
        <p:nvSpPr>
          <p:cNvPr name="TextBox 11" id="11"/>
          <p:cNvSpPr txBox="true"/>
          <p:nvPr/>
        </p:nvSpPr>
        <p:spPr>
          <a:xfrm rot="0">
            <a:off x="4695607" y="615315"/>
            <a:ext cx="8896786" cy="73152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Pin Mapping dan RAB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B3025"/>
        </a:solidFill>
      </p:bgPr>
    </p:bg>
    <p:spTree>
      <p:nvGrpSpPr>
        <p:cNvPr id="1" name=""/>
        <p:cNvGrpSpPr/>
        <p:nvPr/>
      </p:nvGrpSpPr>
      <p:grpSpPr>
        <a:xfrm>
          <a:off x="0" y="0"/>
          <a:ext cx="0" cy="0"/>
          <a:chOff x="0" y="0"/>
          <a:chExt cx="0" cy="0"/>
        </a:xfrm>
      </p:grpSpPr>
      <p:grpSp>
        <p:nvGrpSpPr>
          <p:cNvPr name="Group 2" id="2"/>
          <p:cNvGrpSpPr/>
          <p:nvPr/>
        </p:nvGrpSpPr>
        <p:grpSpPr>
          <a:xfrm rot="0">
            <a:off x="0" y="6610788"/>
            <a:ext cx="18288000" cy="4537457"/>
            <a:chOff x="0" y="0"/>
            <a:chExt cx="4816593" cy="1195051"/>
          </a:xfrm>
        </p:grpSpPr>
        <p:sp>
          <p:nvSpPr>
            <p:cNvPr name="Freeform 3" id="3"/>
            <p:cNvSpPr/>
            <p:nvPr/>
          </p:nvSpPr>
          <p:spPr>
            <a:xfrm flipH="false" flipV="false" rot="0">
              <a:off x="0" y="0"/>
              <a:ext cx="4816592" cy="1195051"/>
            </a:xfrm>
            <a:custGeom>
              <a:avLst/>
              <a:gdLst/>
              <a:ahLst/>
              <a:cxnLst/>
              <a:rect r="r" b="b" t="t" l="l"/>
              <a:pathLst>
                <a:path h="1195051" w="4816592">
                  <a:moveTo>
                    <a:pt x="0" y="0"/>
                  </a:moveTo>
                  <a:lnTo>
                    <a:pt x="4816592" y="0"/>
                  </a:lnTo>
                  <a:lnTo>
                    <a:pt x="4816592" y="1195051"/>
                  </a:lnTo>
                  <a:lnTo>
                    <a:pt x="0" y="1195051"/>
                  </a:lnTo>
                  <a:close/>
                </a:path>
              </a:pathLst>
            </a:custGeom>
            <a:solidFill>
              <a:srgbClr val="FFFFFF"/>
            </a:solidFill>
          </p:spPr>
        </p:sp>
        <p:sp>
          <p:nvSpPr>
            <p:cNvPr name="TextBox 4" id="4"/>
            <p:cNvSpPr txBox="true"/>
            <p:nvPr/>
          </p:nvSpPr>
          <p:spPr>
            <a:xfrm>
              <a:off x="0" y="-47625"/>
              <a:ext cx="4816593" cy="12426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833290" cy="1593725"/>
          </a:xfrm>
        </p:grpSpPr>
        <p:sp>
          <p:nvSpPr>
            <p:cNvPr name="Freeform 6" id="6"/>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2463" t="0" r="48849" b="49000"/>
              </a:stretch>
            </a:blipFill>
          </p:spPr>
        </p:sp>
      </p:grpSp>
      <p:grpSp>
        <p:nvGrpSpPr>
          <p:cNvPr name="Group 7" id="7"/>
          <p:cNvGrpSpPr/>
          <p:nvPr/>
        </p:nvGrpSpPr>
        <p:grpSpPr>
          <a:xfrm rot="0">
            <a:off x="-335167" y="-721899"/>
            <a:ext cx="19035681" cy="11369848"/>
            <a:chOff x="0" y="0"/>
            <a:chExt cx="5013513" cy="2994528"/>
          </a:xfrm>
        </p:grpSpPr>
        <p:sp>
          <p:nvSpPr>
            <p:cNvPr name="Freeform 8" id="8"/>
            <p:cNvSpPr/>
            <p:nvPr/>
          </p:nvSpPr>
          <p:spPr>
            <a:xfrm flipH="false" flipV="false" rot="0">
              <a:off x="0" y="0"/>
              <a:ext cx="5013513" cy="2994528"/>
            </a:xfrm>
            <a:custGeom>
              <a:avLst/>
              <a:gdLst/>
              <a:ahLst/>
              <a:cxnLst/>
              <a:rect r="r" b="b" t="t" l="l"/>
              <a:pathLst>
                <a:path h="2994528" w="5013513">
                  <a:moveTo>
                    <a:pt x="20742" y="0"/>
                  </a:moveTo>
                  <a:lnTo>
                    <a:pt x="4992770" y="0"/>
                  </a:lnTo>
                  <a:cubicBezTo>
                    <a:pt x="4998272" y="0"/>
                    <a:pt x="5003548" y="2185"/>
                    <a:pt x="5007437" y="6075"/>
                  </a:cubicBezTo>
                  <a:cubicBezTo>
                    <a:pt x="5011327" y="9965"/>
                    <a:pt x="5013513" y="15241"/>
                    <a:pt x="5013513" y="20742"/>
                  </a:cubicBezTo>
                  <a:lnTo>
                    <a:pt x="5013513" y="2973786"/>
                  </a:lnTo>
                  <a:cubicBezTo>
                    <a:pt x="5013513" y="2979287"/>
                    <a:pt x="5011327" y="2984563"/>
                    <a:pt x="5007437" y="2988453"/>
                  </a:cubicBezTo>
                  <a:cubicBezTo>
                    <a:pt x="5003548" y="2992343"/>
                    <a:pt x="4998272" y="2994528"/>
                    <a:pt x="4992770" y="2994528"/>
                  </a:cubicBezTo>
                  <a:lnTo>
                    <a:pt x="20742" y="2994528"/>
                  </a:lnTo>
                  <a:cubicBezTo>
                    <a:pt x="15241" y="2994528"/>
                    <a:pt x="9965" y="2992343"/>
                    <a:pt x="6075" y="2988453"/>
                  </a:cubicBezTo>
                  <a:cubicBezTo>
                    <a:pt x="2185" y="2984563"/>
                    <a:pt x="0" y="2979287"/>
                    <a:pt x="0" y="2973786"/>
                  </a:cubicBezTo>
                  <a:lnTo>
                    <a:pt x="0" y="20742"/>
                  </a:lnTo>
                  <a:cubicBezTo>
                    <a:pt x="0" y="15241"/>
                    <a:pt x="2185" y="9965"/>
                    <a:pt x="6075" y="6075"/>
                  </a:cubicBezTo>
                  <a:cubicBezTo>
                    <a:pt x="9965" y="2185"/>
                    <a:pt x="15241" y="0"/>
                    <a:pt x="20742" y="0"/>
                  </a:cubicBezTo>
                  <a:close/>
                </a:path>
              </a:pathLst>
            </a:custGeom>
            <a:solidFill>
              <a:srgbClr val="545454"/>
            </a:solidFill>
          </p:spPr>
        </p:sp>
        <p:sp>
          <p:nvSpPr>
            <p:cNvPr name="TextBox 9" id="9"/>
            <p:cNvSpPr txBox="true"/>
            <p:nvPr/>
          </p:nvSpPr>
          <p:spPr>
            <a:xfrm>
              <a:off x="0" y="-47625"/>
              <a:ext cx="5013513" cy="304215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0" y="0"/>
            <a:ext cx="8871683" cy="4713081"/>
          </a:xfrm>
          <a:custGeom>
            <a:avLst/>
            <a:gdLst/>
            <a:ahLst/>
            <a:cxnLst/>
            <a:rect r="r" b="b" t="t" l="l"/>
            <a:pathLst>
              <a:path h="4713081" w="8871683">
                <a:moveTo>
                  <a:pt x="0" y="0"/>
                </a:moveTo>
                <a:lnTo>
                  <a:pt x="8871683" y="0"/>
                </a:lnTo>
                <a:lnTo>
                  <a:pt x="8871683" y="4713081"/>
                </a:lnTo>
                <a:lnTo>
                  <a:pt x="0" y="4713081"/>
                </a:lnTo>
                <a:lnTo>
                  <a:pt x="0" y="0"/>
                </a:lnTo>
                <a:close/>
              </a:path>
            </a:pathLst>
          </a:custGeom>
          <a:blipFill>
            <a:blip r:embed="rId3"/>
            <a:stretch>
              <a:fillRect l="0" t="0" r="0" b="0"/>
            </a:stretch>
          </a:blipFill>
        </p:spPr>
      </p:sp>
      <p:sp>
        <p:nvSpPr>
          <p:cNvPr name="Freeform 11" id="11"/>
          <p:cNvSpPr/>
          <p:nvPr/>
        </p:nvSpPr>
        <p:spPr>
          <a:xfrm flipH="false" flipV="false" rot="0">
            <a:off x="11530746" y="0"/>
            <a:ext cx="6757254" cy="4713081"/>
          </a:xfrm>
          <a:custGeom>
            <a:avLst/>
            <a:gdLst/>
            <a:ahLst/>
            <a:cxnLst/>
            <a:rect r="r" b="b" t="t" l="l"/>
            <a:pathLst>
              <a:path h="4713081" w="6757254">
                <a:moveTo>
                  <a:pt x="0" y="0"/>
                </a:moveTo>
                <a:lnTo>
                  <a:pt x="6757254" y="0"/>
                </a:lnTo>
                <a:lnTo>
                  <a:pt x="6757254" y="4713081"/>
                </a:lnTo>
                <a:lnTo>
                  <a:pt x="0" y="4713081"/>
                </a:lnTo>
                <a:lnTo>
                  <a:pt x="0" y="0"/>
                </a:lnTo>
                <a:close/>
              </a:path>
            </a:pathLst>
          </a:custGeom>
          <a:blipFill>
            <a:blip r:embed="rId4"/>
            <a:stretch>
              <a:fillRect l="0" t="-1507" r="-491" b="-1507"/>
            </a:stretch>
          </a:blipFill>
        </p:spPr>
      </p:sp>
      <p:sp>
        <p:nvSpPr>
          <p:cNvPr name="Freeform 12" id="12"/>
          <p:cNvSpPr/>
          <p:nvPr/>
        </p:nvSpPr>
        <p:spPr>
          <a:xfrm flipH="false" flipV="false" rot="0">
            <a:off x="7489127" y="4713081"/>
            <a:ext cx="6174187" cy="5573919"/>
          </a:xfrm>
          <a:custGeom>
            <a:avLst/>
            <a:gdLst/>
            <a:ahLst/>
            <a:cxnLst/>
            <a:rect r="r" b="b" t="t" l="l"/>
            <a:pathLst>
              <a:path h="5573919" w="6174187">
                <a:moveTo>
                  <a:pt x="0" y="0"/>
                </a:moveTo>
                <a:lnTo>
                  <a:pt x="6174187" y="0"/>
                </a:lnTo>
                <a:lnTo>
                  <a:pt x="6174187" y="5573919"/>
                </a:lnTo>
                <a:lnTo>
                  <a:pt x="0" y="5573919"/>
                </a:lnTo>
                <a:lnTo>
                  <a:pt x="0" y="0"/>
                </a:lnTo>
                <a:close/>
              </a:path>
            </a:pathLst>
          </a:custGeom>
          <a:blipFill>
            <a:blip r:embed="rId5"/>
            <a:stretch>
              <a:fillRect l="0" t="0" r="0" b="0"/>
            </a:stretch>
          </a:blipFill>
        </p:spPr>
      </p:sp>
      <p:sp>
        <p:nvSpPr>
          <p:cNvPr name="TextBox 13" id="13"/>
          <p:cNvSpPr txBox="true"/>
          <p:nvPr/>
        </p:nvSpPr>
        <p:spPr>
          <a:xfrm rot="0">
            <a:off x="0" y="6004757"/>
            <a:ext cx="5209947" cy="1474470"/>
          </a:xfrm>
          <a:prstGeom prst="rect">
            <a:avLst/>
          </a:prstGeom>
        </p:spPr>
        <p:txBody>
          <a:bodyPr anchor="t" rtlCol="false" tIns="0" lIns="0" bIns="0" rIns="0">
            <a:spAutoFit/>
          </a:bodyPr>
          <a:lstStyle/>
          <a:p>
            <a:pPr algn="ctr">
              <a:lnSpc>
                <a:spcPts val="5880"/>
              </a:lnSpc>
            </a:pPr>
            <a:r>
              <a:rPr lang="en-US" sz="4200" b="true">
                <a:solidFill>
                  <a:srgbClr val="FFFFFF"/>
                </a:solidFill>
                <a:latin typeface="Arimo Bold"/>
                <a:ea typeface="Arimo Bold"/>
                <a:cs typeface="Arimo Bold"/>
                <a:sym typeface="Arimo Bold"/>
              </a:rPr>
              <a:t>Dokumentasi Pengerjaan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DAHLJ_L4Iaw</dc:identifier>
  <dcterms:modified xsi:type="dcterms:W3CDTF">2011-08-01T06:04:30Z</dcterms:modified>
  <cp:revision>1</cp:revision>
  <dc:title>Brown And White Simple Modern Farming Business Presentation</dc:title>
</cp:coreProperties>
</file>